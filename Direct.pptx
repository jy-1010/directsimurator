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8E6F1-8C7B-428F-97AE-767EF076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5C0826-E953-46BC-929D-87BFAF141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44BBF1-5E25-45A6-87B7-EF56ACAE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71476C-D401-4866-977C-E9FACFE4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6B6F5B-E08C-4E43-861B-D2635511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389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29F7AD-D6A7-47A5-B4E4-EDC639C3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9C5A0A-A5DC-4C1A-B426-FC51FF1C0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63F42-13D8-4038-9A0A-B8434568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F15FC4-7AEC-4637-BFBE-01F20201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9F5891-7DCB-4AE8-96EB-9D301F66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14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6EAAD5-507B-403E-9B56-63642E36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C9EEC1-5D26-4B05-B903-19F6019F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05BFFD-11B1-4D00-B32A-C07E6260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DABD08-0CC6-4080-91F4-8C4A5A55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E3B27-24D7-4CD6-8362-87064A5D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72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E6DD7-05E9-4BCE-BE61-D11D3FB5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255A7C-2FE0-43FF-A1A8-094A1F628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CF4621-8E31-4D6C-8770-C7C29397C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F097A8-96B4-4E24-96E4-C9A6C4C5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73B28A-C1D8-4E74-8670-B33AEF44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A02A2D-6D1A-4871-A250-F2807E85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7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E807C-B09C-48FB-BCB7-6D965188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420E12-39D7-4709-80FA-803DCD40A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8B73458-66D3-4E7A-A388-9E39288A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1FCF4B-29B8-4FD9-84CA-35499D419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DFA47F-4BD9-4F57-861A-1B8520DE6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A56611-6CA8-43DF-8147-7DBA2199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AEB514-CD5D-4E14-9C42-151547168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D4DB813-C1AF-47BB-972B-048DDC72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87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D2E13-9352-4286-B12C-210DDFAF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2A271A-222A-49FC-9322-F2A4C106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7E9CC8F-310A-4671-91EE-A5E79699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23AA81-E685-492B-90E9-AEEC46B5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756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1FCB0A-A910-4564-BEAC-CFE7F8CD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4CE8BBB-2680-4AB9-86C5-BF16050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3AE216-B8BE-46DC-866A-D4A9F145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07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2FCB5-2DD3-4685-8722-F749C972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971EA7-3832-4D6A-B252-E997A2447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636F23-EDCD-47FA-B37A-F49B639DB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B55DC6-A85B-417C-8B1E-622CB0BD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29BD0A-1620-4485-9B7F-9AF948FC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251508-44AE-40BA-90AD-81A40D30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8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8240A-839B-4B46-8AEF-69EEA88E6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34C51D-0A60-4C35-9FFA-DDA18657D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ABD1BB-DF22-43CB-82F6-B7FD02CB7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3585AA-715E-4BCF-8FB5-F7B3D5BE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D97CDE-BE0A-46A9-A896-44877A0E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A3EAF0-4DC9-4885-B543-9FCCBAF5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00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2644E-4E0D-4A19-923C-8865887F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3034F4-89CE-4C68-A8C3-48C76E71D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8099B0-5C1C-452C-8FC9-390FCC63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4879F2-FC3E-462F-9EF4-AD7812F5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F12A13-DD39-4814-91CC-443B6A20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8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47ED0D-E669-4AA6-BE96-FD042E0F0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70B24D-FAF8-4294-B25D-3BE55E379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4556FC-A204-4107-A517-9C609F90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8924C2-6706-4F3E-9F82-441D1251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64252-55FD-419D-9DD3-4980C9C8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66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4A1A29-2940-48A7-B7F7-AA1B694B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95D641-A865-40E8-BD29-028E949DA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D1D26-BB05-440E-850A-C033E93B3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5B47D-B228-4E09-999D-67E768BD806F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0C3618-D1C5-4803-A471-40E473475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DF012A-59F1-475F-A5BD-A00358926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0183-3B8D-4788-A02C-B3B8827FC2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6807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98750A-A79A-4CF6-BE4F-D4227FBBDF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8000" dirty="0"/>
              <a:t>Direct</a:t>
            </a:r>
            <a:br>
              <a:rPr kumimoji="1" lang="en-US" altLang="ja-JP" sz="8000" dirty="0"/>
            </a:br>
            <a:r>
              <a:rPr kumimoji="1" lang="en-US" altLang="ja-JP" sz="8000" dirty="0"/>
              <a:t>Simulator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6FE9CCA-F687-42B1-8BD6-A0CFACDF1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07695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3600" dirty="0"/>
              <a:t>Member</a:t>
            </a:r>
          </a:p>
          <a:p>
            <a:r>
              <a:rPr lang="en-US" altLang="ja-JP" dirty="0"/>
              <a:t> </a:t>
            </a:r>
            <a:r>
              <a:rPr lang="en-US" altLang="ja-JP" dirty="0" err="1"/>
              <a:t>Yuto</a:t>
            </a:r>
            <a:r>
              <a:rPr lang="en-US" altLang="ja-JP" dirty="0"/>
              <a:t> Jinnai</a:t>
            </a:r>
          </a:p>
          <a:p>
            <a:r>
              <a:rPr kumimoji="1" lang="en-US" altLang="ja-JP" dirty="0"/>
              <a:t>Kohei </a:t>
            </a:r>
            <a:r>
              <a:rPr kumimoji="1" lang="en-US" altLang="ja-JP" dirty="0" err="1"/>
              <a:t>Aibe</a:t>
            </a:r>
            <a:endParaRPr kumimoji="1" lang="en-US" altLang="ja-JP" dirty="0"/>
          </a:p>
          <a:p>
            <a:r>
              <a:rPr lang="en-US" altLang="ja-JP" dirty="0"/>
              <a:t>Taiyo Ito</a:t>
            </a:r>
          </a:p>
          <a:p>
            <a:r>
              <a:rPr kumimoji="1" lang="en-US" altLang="ja-JP" dirty="0" err="1"/>
              <a:t>Ryoga</a:t>
            </a:r>
            <a:r>
              <a:rPr kumimoji="1" lang="en-US" altLang="ja-JP" dirty="0"/>
              <a:t> Matsunaga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1027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3F245D-A45D-42EA-AF7A-3F8F138B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Game 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9808A4-2FEA-43B8-A9E4-C70FC101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Nintendo Direct </a:t>
            </a:r>
            <a:r>
              <a:rPr kumimoji="1" lang="ja-JP" altLang="en-US" dirty="0"/>
              <a:t>を題材にした</a:t>
            </a:r>
            <a:r>
              <a:rPr kumimoji="1" lang="en-US" altLang="ja-JP" dirty="0"/>
              <a:t>Game</a:t>
            </a:r>
            <a:r>
              <a:rPr kumimoji="1" lang="ja-JP" altLang="en-US" dirty="0"/>
              <a:t>です。</a:t>
            </a:r>
            <a:endParaRPr kumimoji="1" lang="en-US" altLang="ja-JP" dirty="0"/>
          </a:p>
          <a:p>
            <a:r>
              <a:rPr lang="ja-JP" altLang="en-US" dirty="0"/>
              <a:t>紹介する</a:t>
            </a:r>
            <a:r>
              <a:rPr lang="en-US" altLang="ja-JP" dirty="0" err="1"/>
              <a:t>GameTitle</a:t>
            </a:r>
            <a:r>
              <a:rPr lang="ja-JP" altLang="en-US" dirty="0"/>
              <a:t>を並び替え同接数と株価を上昇させることが目標です</a:t>
            </a:r>
            <a:endParaRPr lang="en-US" altLang="ja-JP" dirty="0"/>
          </a:p>
          <a:p>
            <a:r>
              <a:rPr kumimoji="1" lang="en-US" altLang="ja-JP" dirty="0" err="1"/>
              <a:t>GameTitle</a:t>
            </a:r>
            <a:r>
              <a:rPr kumimoji="1" lang="ja-JP" altLang="en-US" dirty="0"/>
              <a:t>にはそれぞれ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sz="2200" dirty="0"/>
              <a:t>　動画時間</a:t>
            </a:r>
            <a:endParaRPr kumimoji="1" lang="en-US" altLang="ja-JP" sz="2200" dirty="0"/>
          </a:p>
          <a:p>
            <a:pPr marL="0" indent="0">
              <a:buNone/>
            </a:pPr>
            <a:r>
              <a:rPr lang="ja-JP" altLang="en-US" sz="2200" dirty="0"/>
              <a:t>　期待度</a:t>
            </a:r>
            <a:r>
              <a:rPr lang="en-US" altLang="ja-JP" sz="2200" dirty="0"/>
              <a:t>(</a:t>
            </a:r>
            <a:r>
              <a:rPr lang="ja-JP" altLang="en-US" sz="2200" dirty="0"/>
              <a:t>◎〇△</a:t>
            </a:r>
            <a:r>
              <a:rPr lang="en-US" altLang="ja-JP" sz="2200" dirty="0"/>
              <a:t>×</a:t>
            </a:r>
            <a:r>
              <a:rPr lang="ja-JP" altLang="en-US" sz="2200" dirty="0"/>
              <a:t>💀</a:t>
            </a:r>
            <a:r>
              <a:rPr lang="en-US" altLang="ja-JP" sz="2200" dirty="0"/>
              <a:t>)</a:t>
            </a:r>
          </a:p>
          <a:p>
            <a:pPr marL="0" indent="0">
              <a:buNone/>
            </a:pPr>
            <a:r>
              <a:rPr kumimoji="1" lang="ja-JP" altLang="en-US" sz="2200" dirty="0"/>
              <a:t>　認知度</a:t>
            </a:r>
            <a:r>
              <a:rPr kumimoji="1" lang="en-US" altLang="ja-JP" sz="2200" dirty="0"/>
              <a:t>(</a:t>
            </a:r>
            <a:r>
              <a:rPr lang="ja-JP" altLang="en-US" sz="2200" dirty="0"/>
              <a:t>◎〇△</a:t>
            </a:r>
            <a:r>
              <a:rPr lang="en-US" altLang="ja-JP" sz="2200" dirty="0"/>
              <a:t>×</a:t>
            </a:r>
            <a:r>
              <a:rPr lang="ja-JP" altLang="en-US" sz="2200" dirty="0"/>
              <a:t>ー</a:t>
            </a:r>
            <a:r>
              <a:rPr kumimoji="1" lang="en-US" altLang="ja-JP" sz="2200" dirty="0"/>
              <a:t>)</a:t>
            </a:r>
          </a:p>
          <a:p>
            <a:pPr marL="0" indent="0">
              <a:buNone/>
            </a:pPr>
            <a:r>
              <a:rPr lang="ja-JP" altLang="en-US" sz="2200" dirty="0"/>
              <a:t>　分類　</a:t>
            </a:r>
            <a:r>
              <a:rPr lang="en-US" altLang="ja-JP" sz="2200" dirty="0"/>
              <a:t>(</a:t>
            </a:r>
            <a:r>
              <a:rPr lang="ja-JP" altLang="en-US" sz="2200" dirty="0"/>
              <a:t>新タイトル・シーズ続編・リメイク・有料</a:t>
            </a:r>
            <a:r>
              <a:rPr lang="en-US" altLang="ja-JP" sz="2200" dirty="0"/>
              <a:t>DLC</a:t>
            </a:r>
            <a:r>
              <a:rPr lang="ja-JP" altLang="en-US" sz="2200" dirty="0"/>
              <a:t>・無料アップデート</a:t>
            </a:r>
            <a:r>
              <a:rPr lang="en-US" altLang="ja-JP" sz="2200" dirty="0"/>
              <a:t>)</a:t>
            </a:r>
          </a:p>
          <a:p>
            <a:pPr marL="0" indent="0">
              <a:buNone/>
            </a:pPr>
            <a:r>
              <a:rPr kumimoji="1" lang="ja-JP" altLang="en-US" dirty="0"/>
              <a:t>　</a:t>
            </a:r>
            <a:endParaRPr kumimoji="1"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55546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79</Words>
  <Application>Microsoft Office PowerPoint</Application>
  <PresentationFormat>ワイド画面</PresentationFormat>
  <Paragraphs>15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Direct Simulator</vt:lpstr>
      <vt:lpstr>Game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 Simulator</dc:title>
  <dc:creator>陣内 優翔</dc:creator>
  <cp:lastModifiedBy>陣内 優翔</cp:lastModifiedBy>
  <cp:revision>4</cp:revision>
  <dcterms:created xsi:type="dcterms:W3CDTF">2026-10-01T04:03:09Z</dcterms:created>
  <dcterms:modified xsi:type="dcterms:W3CDTF">2026-10-01T04:38:16Z</dcterms:modified>
</cp:coreProperties>
</file>